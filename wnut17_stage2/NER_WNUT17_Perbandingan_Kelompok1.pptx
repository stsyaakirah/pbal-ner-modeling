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mbria"/>
              </a:rPr>
              <a:t>NER WNUT17: Perbandingan Tiga Pendekatan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Split resmi (Section A)  |  Bi-LSTM CRF + RoBERTa beku  |  Split gabungan 80/10/10 (Section B)</a:t>
            </a:r>
          </a:p>
          <a:p>
            <a:pPr algn="l">
              <a:spcBef>
                <a:spcPts val="24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Kelompok 1  -  Pemrosesan Bahasa Alami Lanjut  -  Assignment #2 Part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Ringkasan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Tiga pendekatan, satu dataset, satu kesimpulan yang jujur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Section A (split resmi): tiga model wajib (CRF, SVM, Bi-LSTM CRF) pada split yang sengaja dipisah domain. Ini hasil utama dan jujur.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Peningkatan RoBERTa: menambah fitur RoBERTa beku ke Bi-LSTM CRF pada split yang sama. Naik ~13 poin pada F1 entity dan surface.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Section B (split gabungan 80/10/10): ablasi. Menunjukkan berapa banyak kesulitan berasal dari entitas baru, bukan model yang lebih baik.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F1 entity test: CRF 16.8, SVM 29.8, Bi-LSTM 40.4, ensemble 41.35  -&gt;  + RoBERTa 54.1  |  Section B: 40.6 / 42.1 / 51.8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Dataset dan metrik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WNUT17 emerging entities, 6 tipe, skema IOB2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Split resmi dipisah domain dengan sengaja: train = Twitter 2010, dev = YouTube 2017, test = Reddit/StackExchange/Twitter 2017.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Sekitar 98% surface entitas di test tidak pernah muncul di train. Tugasnya mengenali entitas BARU, bukan menghafal.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Dua metrik resmi, keduanya level entity: F1 entity (seqeval, batas dan tipe persis) dan F1 surface (pasangan unik surface-tipe).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Semua model: seed 42, dipilih di dev, test dinilai sekali. Interval bootstrap 2000-resample dilaporkan di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Section A: split resmi (hasil utama)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Dilatih pada file train Twitter saja; fitur final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0972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entity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surface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CRF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31.9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16.8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31.5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28.3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Bi-LSTM CRF (baseline)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57.4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40.4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39.3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Bi-LSTM CRF (ensemble 6)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61.2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41.3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39.6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CRF dan SVM rendah (16.8 / 29.8): fitur identitas kata jarang menyala saat 98% surface baru.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Ensemble 6 varian seed-42 satu-satunya yang naik di dev DAN test.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Enlarge ke 9 varian (41.1) atau ensemble 5-seed (41.1): F1 surface tetap 39.6.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Kesimpulan: ensembling (reduksi varians) sudah mentok.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Peningkatan: Bi-LSTM CRF + RoBERTa beku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Split resmi yang sama, seed 42, RoBERTa TIDAK di-fine-tune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- Tambah satu input beku per token: vektor RoBERTa-base 768d (hidden terakhir, subword di-mean-pool per token, konteks per kalimat).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- Arsitektur tetap Bi-LSTM CRF; RoBERTa hanya ekstraktor fitur beku, bukan model ke-4. Delta O-bias dipilih di dev.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92608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1280160"/>
                <a:gridCol w="12801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Bi-LSTM CRF + RoBERTa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entity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surface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CI entity 95%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delta 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64.7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44.0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52.4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[49.2, 55.7]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dev-tuned delta 1.0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60.8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48.7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54.1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52.9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[51.0, 57.2]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651760"/>
            <a:ext cx="3657600" cy="20213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548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- Naik ~13 poin pada KEDUA metrik. Batas bawah CI (51.0) jauh di atas 41.35: efek nyata, bukan noise.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- Jujur: RoBERTa model kontekstual 2019, tak dimiliki sistem shared task 2017; bukan menang setara. Tetap Twitter-only.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Section B: split gabungan 80/10/10 (ablasi)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Mixing diizinkan untuk section ini saja; tidak sebanding dengan shared task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  <a:gridCol w="137160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 A (resmi)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 B (gabung)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surface A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surface B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kebocoran test</a:t>
                      </a:r>
                    </a:p>
                  </a:txBody>
                  <a:tcPr anchor="ctr" marT="25400" marB="25400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CRF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16.8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40.6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38.5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2% -&gt; 21.1%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42.1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35.5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2% -&gt; 21.1%</a:t>
                      </a:r>
                    </a:p>
                  </a:txBody>
                  <a:tcPr anchor="ctr" marT="25400" marB="254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Bi-LSTM CRF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40.4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39.3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50.8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2% -&gt; 21.1%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_partB_leaked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37360"/>
            <a:ext cx="3566160" cy="20378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- Konservasi persis (5690/101857/3890), pelanggaran BIO 0, split per dokumen seed 42.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- Kebocoran entitas naik ~2% -&gt; 21.1%. Kenaikan F1 terkonsentrasi pada entitas bocor (CRF: 64.8% vs 23.8% pada yang benar-benar baru).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- Jadi kenaikan = kebocoran + cakupan fitur, BUKAN model lebih baik. Tidak sebanding dengan leaderboard.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Perbandingan menyeluruh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Bi-LSTM CRF: split sulit vs split mudah vs RoBERTa</a:t>
            </a:r>
          </a:p>
        </p:txBody>
      </p:sp>
      <p:pic>
        <p:nvPicPr>
          <p:cNvPr id="5" name="Picture 4" descr="f_thre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766560" cy="3552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Bi-LSTM di split resmi (sulit): ~40-41.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Split gabungan (mudah): 51.8, hampir seluruhnya dari kebocoran.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RoBERTa di split SULIT: 54.1, menyamai/melebihi angka split mudah tanpa merusak split jujur.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- Artinya: embedding kontekstual benar-benar MENYELESAIKAN kesulitan WNUT17; split gabungan hanya MENYEMBUNYIKANNYA.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mbria"/>
              </a:rP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Section A adalah hasil utama dan jujur: CRF 16.8, SVM 29.8, Bi-LSTM 40.4, ensemble 41.35 F1 entity.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Ensembling tidak bisa lebih tinggi karena hanya mengurangi varians (F1 surface mentok 39.6).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RoBERTa beku menaikkan Bi-LSTM CRF ke 54.1 entity / 52.9 surface: +~13 poin nyata, tanpa keluar dari split resmi, tanpa model ke-4.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Section B (ablasi) menjelaskan mengapa angka resmi rendah: mayoritas kesulitan WNUT17 adalah kebaruan entitas; split acak hanya menyembunyikannya di balik kebocoran 21%.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- Rekomendasi: Section A sebagai baseline jujur, RoBERTa sebagai peningkatan, Section B sebagai ablasi (ditandai tidak sebanding dengan shared task).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Calibri"/>
              </a:rPr>
              <a:t>Kelompok 1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