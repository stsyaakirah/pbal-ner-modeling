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#2 ·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 pada WNUT17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Pemodelan dan evaluasi: CRF, SVM, dan Bi-LSTM CRF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201168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474720"/>
            <a:ext cx="4572000" cy="1874520"/>
          </a:xfrm>
          <a:prstGeom prst="roundRect">
            <a:avLst>
              <a:gd name="adj" fmla="val 2439"/>
            </a:avLst>
          </a:prstGeom>
          <a:solidFill>
            <a:srgbClr val="1B2B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dari test set (Reddit):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840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       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Glenn     B-person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Greenwald I-person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      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last thread   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Kelompok 1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 Gizzela Sheehan Auni  ·  Aulia Gita Pratiwi  ·  St. Syakirah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Iko Winarko  ·  Royan Aditya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Gadjah Mada · Presentasi 1 Oktober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Protokol: model dilatih pada file train Twitter saja (seed 42).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Bi-LSTM CRF unggul, model klasik tertinggal jauh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entity di test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31,9 · Recall 11,4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surface 17,6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entity di test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31,5 · Recall 28,3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surface 26,0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9202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CRF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41,5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entity di test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61,3 · Recall 31,3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surface 39,9 · ensemble 6 varian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FBF3E6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029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Pembanding shared task WNUT17: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terbaik (UH-RiTUAL) F1 entity 41,86 dan F1 surface 40,24. Baca 41,5 sebagai sekelas, bukan lebih baik: selisih ke 41,86 jauh lebih kecil daripada interval bootstrap kami (±3 poin). Anotasi test repositori sudah dikoreksi (1.079 entitas, di paper 1.040) dan F1 surface kami memakai huruf kecil.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STAGE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temuan Stage 1 yang membentuk desain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29000" cy="1737360"/>
          </a:xfrm>
          <a:prstGeom prst="roundRect">
            <a:avLst>
              <a:gd name="adj" fmla="val 368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form entitas test tak pernah muncul di train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429000" cy="1737360"/>
          </a:xfrm>
          <a:prstGeom prst="roundRect">
            <a:avLst>
              <a:gd name="adj" fmla="val 368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148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test berlabel O, kelas sangat timpang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429000" cy="1737360"/>
          </a:xfrm>
          <a:prstGeom prst="roundRect">
            <a:avLst>
              <a:gd name="adj" fmla="val 3684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148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test tanpa entitas sama sekali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menghafal identitas kata tidak berguna untuk entitas baru. Model harus mengandalkan konteks, bentuk kata, dan embedding. Itu yang memisahkan Bi-LSTM CRF dari CRF dan SVM.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 eksperimen dan metrik evaluasi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D4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037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wnut17train.conll (Twitter), 3.394 kalimat. Hanya file train.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640080" cy="640080"/>
          </a:xfrm>
          <a:prstGeom prst="ellipse">
            <a:avLst/>
          </a:prstGeom>
          <a:solidFill>
            <a:srgbClr val="1D4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5526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emerging.dev.conll (YouTube), 1.009 kalimat. Pilih hiperparameter dan epoch.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640080" cy="640080"/>
          </a:xfrm>
          <a:prstGeom prst="ellipse">
            <a:avLst/>
          </a:prstGeom>
          <a:solidFill>
            <a:srgbClr val="1D4E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959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sekali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068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emerging.test.annotated, 1.287 kalimat. Skor semua kalimat, tak pernah untuk memilih.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29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protokol: model TIDAK dilatih ulang pada train+dev. Dev hanya untuk tuning dan early stopping.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828800"/>
            <a:ext cx="3566160" cy="3703320"/>
          </a:xfrm>
          <a:prstGeom prst="roundRect">
            <a:avLst>
              <a:gd name="adj" fmla="val 1538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20116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entity (strict).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dan tipe sama persis. seqeval IOB2. Metrik utama.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surface.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unik (surface, tipe), huruf kecil.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token.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pembanding (O sudah 92,6%).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42. Validasi silang 5-fold per dokumen di train sebagai cek stabilitas.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CRF dengan fitur rancangan sendiri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kecil, bentuk ternormalisasi, stopword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Xxxx, title, upper, digit, tanda hubung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Afiks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&amp; suffix 1-4, panjang kata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337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@mention, #hashtag, emoji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-2..+2, bigram, penanda awal/akhir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perceptron, kata &amp; ±1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(k=500) atas GloVe Twitter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182880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sklearn-crfsuite, L-BFGS, 300 iterasi. c1 = 0,3, c2 = 0,03 (dipilih di dev).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24,5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dev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 (Twitter-only)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yang menilai token satu per satu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562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jarang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854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sama seperti CRF via DictVectorizer, dipangkas ke yang muncul minimal 3 kali.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535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GloVe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826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Twitter 200d tiap token, diskalakan 0,3, digabung dengan fitur jarang.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050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3799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balanced, C = 0,03 (dicari di dev). Tanpa BIO repair.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dev (naik dari class_weight balanced; presisi turun)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 (Twitter-only)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I- tanpa B- di test: urutan BIO tak dijamin valid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Bi-LSTM CRF: konteks dua arah dan bentuk kata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Twitter 200d, dibekukan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char-CNN, 50 filter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Kapitalisasi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8d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474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 per arah, dropout 0,5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CRF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label, dekode Viterbi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 0,001, batch 32, clip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1828800"/>
            <a:ext cx="3474720" cy="3657600"/>
          </a:xfrm>
          <a:prstGeom prst="roundRect">
            <a:avLst>
              <a:gd name="adj" fmla="val 1579"/>
            </a:avLst>
          </a:prstGeom>
          <a:solidFill>
            <a:srgbClr val="EEF3F6"/>
          </a:solidFill>
          <a:ln w="6350">
            <a:solidFill>
              <a:srgbClr val="C9D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0116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di dev (sabar 8). Epoch terbaik 23, dev F1 51,5.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 baseline seed 42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JAX.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tak bisa dipasang di sandbox awal.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test: Bi-LSTM CRF sekelas peserta terbaik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main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766560" cy="30517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20116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bootstrap 95%.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14–20, SVM 27–33, Bi-LSTM baseline 37–43, ensemble 38–45.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0956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83880" y="3246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vs baseline.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 poin (interval -0,2 sampai +2,9), belum berbeda dari nol.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0956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44805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silang train.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34,4, SVM 43,1 (cenderung optimistis, satu domain).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PER TIPE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dan location jauh di atas empat tipe lain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types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766560" cy="30246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20116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56, location 53 (ensemble).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0956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83880" y="3246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Lemah.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corporation, product, creative-work, group semua di bawah 27.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0956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44805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antar-tipe kabur dan judul karya panjang (catatan Stage 1).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KESALAHAN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banyak salah tebak, Bi-LSTM CRF terlalu hati-hati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errors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583680" cy="28968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2011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melewatkan 788 dari 1.079 entitas (73%).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32461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banyak benar (325) tetapi 548 prediksi palsu.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01000" y="448056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55 palsu, tetapi 583 terlewat (54%).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antar-tipe: batas dan tipe yang tertukar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confusion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7132320" cy="268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49640" y="2011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SPURIOUS.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prediksi yang tak beririsan dengan gold.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7532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49640" y="3246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missed.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gold yang tidak terdeteksi (dominan).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7532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49640" y="44805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Tertukar.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 sering ditebak group atau person.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VS ENTITY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Akurasi token tampak tinggi, F1 entity jauh lebih rendah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Akurasi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Semua-O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memprediksi O untuk semua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hampir sama dengan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bahkan di bawah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 CRF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sedikit di 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93776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entity yang membedakan model.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hanya 7,4% token, jadi akurasi token nyaris tak berguna sebagai pembeda. Karena itu metrik utama kami F1 entity, bukan akurasi token.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Ablasi fitur CRF: konteks dan bentuk kata yang bekerja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858000" cy="26266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20116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saja.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+5,6 F1 dev; menghafal tak berguna.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00100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75320" y="32461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&amp; konteks.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 terbesar (+7,9 dan +8,0).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0100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4480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kecil dan tidak stabil (+0,6).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Hanya ensemble yang naik di dev dan test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sweep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583680" cy="30614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2011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 test / 51,5 dev.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32461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tunggal.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dropout, fine-tune, hidden 256, POS: naik di dev, turun di test.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01000" y="448056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6 varian.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 test. Dipilih sebelum melihat test; +1,3 (interval memuat nol).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Kurva pelatihan Bi-LSTM CRF: naik cepat, lalu datar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curves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400800" cy="2803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18120" y="20116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dev.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 pada epoch 23.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4380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18120" y="32461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Ayunan.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 2 poin antar-epoch.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4380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44805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dari dev via early stopping.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Entitas baru adalah sumber utama kegagalan</a:t>
            </a:r>
            <a:endParaRPr lang="en-US" sz="2600" dirty="0"/>
          </a:p>
        </p:txBody>
      </p:sp>
      <p:pic>
        <p:nvPicPr>
          <p:cNvPr id="4" name="Image 0" descr="/Users/adityaiko/Desktop/MCs in AI/Class/Semester 2/NLP Thursday/Assignment 2/wnut17_stage2/report_figs_to/f_analysis_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858000" cy="2619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214884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20116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vs dilihat.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entitas yang pernah dilihat jauh di atas yang baru (mis. SVM 67 vs 29).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001000" y="338328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75320" y="32461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kecil.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hanya 2–6; kapitalisasi hilang sebagai sinyal.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01000" y="46177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4480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total.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angka rendah entitas baru (98% test).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DESAIN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desain, semuanya diuji di dev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repair (SVM)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8288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 tanpa vs 40,7 dengan (F1 dev). Repair menambah entitas palsu. Dibuang.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077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Pembobotan kelas (SVM)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90779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balanced menaikkan recall dev; presisi turun. Tanpa bobot, model memilih 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867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BIOES vs BIO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98678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 40,1 vs 40,1; dev 51,5 vs 50,6. Selisih di dalam rentang antar-seed. Tetap BIO.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657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O-bias saat dekode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506577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di dev, tetapi menurunkan F1 test tiap varian. Tidak dipakai.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PREDIKSI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kalimat test dan tebakan tiap model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737360"/>
                <a:gridCol w="1828800"/>
                <a:gridCol w="17373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 CRF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Umm , ... alleged criticisms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entitas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Umm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entitas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entitas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Visuals ... in Gurez sector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Gurez sector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Gurez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Gurez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Gurez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at Glenn Greenwald in the last thread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Glenn Greenwald =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Glenn Greenwald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Glenn = person; Greenwald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Glenn Greenwald =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commented on Zlatan [ right here ]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Zlatan =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entitas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Zlatan =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entitas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1 contoh Reddit dari Stage 1 (tanpa entitas). Bi-LSTM CRF paling sering tepat; batas “Gurez sector” terlewat semua model; Zlatan (nama asing) sulit.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 hasil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Pembanding tidak setara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 test dikoreksi (1.079 vs 1.040 di paper); F1 surface kami huruf kecil. Baca 41,5 vs 41,86 sebagai sekelas.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tidak mewakili test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YouTube, test Reddit/SE/Twitter 2017. Perubahan yang bagus di dev sering turun di test.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Pengulangan terbatas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seed 42 untuk angka utama. Interval bootstrap ±3 poin, sebaran antar-seed ±2 poin.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dari rencana Stage 1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repair dibuang; fitur SVM dipangkas (min 3); Bi-LSTM CRF di JAX; GloVe dibekukan, tanpa transformer.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 dan representasi kata mengalahkan hafalan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228600" cy="2286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8470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74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ensemble Bi-LSTM CRF di test, sekelas peserta terbaik shared task (selisih di dalam interval).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228600" cy="2286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807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 &amp; 16,8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834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SVM dan CRF. Pembobotan kelas menaikkan recall SVM, ongkosnya 548 prediksi palsu.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931920"/>
            <a:ext cx="228600" cy="2286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3767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794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untuk corporation, product, creative-work, group pada semua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laporan akhir (25 Oktober):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 CRF/SVM beberapa seed; uji ensemble lebih besar dan FastText subword; bandingkan embedding kontekstual. Kode, data, dan hasil via Google Drive.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 Kami siap menerima pertanyaan.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D4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dan reproduksibilitas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356616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Konfigurasi akhir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Pencarian di dev / catatan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sklearn-crfsuite, L-BFGS, 300 iterasi, c1 0,3, c2 0,03, fitur lengkap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{0,1;0,3;1,0} × c2 {0,003;0,01;0,03} × {dgn, tanpa cluster}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LinearSVC, C 0,03, class_weight balanced, fitur ≥3 kali, GloVe ×0,3, tanpa BIO repair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{0,01;0,03;0,1;0,3}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 CRF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 128, char-CNN 50, kapitalisasi 8d, dropout 0,5, Adam 0,001, batch 32, JAX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 via early stopping di dev (maks 35, sabar 8). Seed 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4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kode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WNUT17 (github.com/leondz/emerging_entities_17), GloVe Twitter 200d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Skrip: trainonly_models, improve_bilstm, ensemble_bilstm, analysis_to. Seed 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 · Pemrosesan Bahasa Alami Lanjut · UGM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2026-09-29T05:07:07Z</dcterms:created>
  <dcterms:modified xsi:type="dcterms:W3CDTF">2026-09-29T05:07:07Z</dcterms:modified>
</cp:coreProperties>
</file>